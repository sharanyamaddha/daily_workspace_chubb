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58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38FA-0656-49CF-BF54-1895FE6921D6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5C6F17E-429E-4762-A4C3-AE58CC7B990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994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38FA-0656-49CF-BF54-1895FE6921D6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F17E-429E-4762-A4C3-AE58CC7B990F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446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38FA-0656-49CF-BF54-1895FE6921D6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F17E-429E-4762-A4C3-AE58CC7B990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324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38FA-0656-49CF-BF54-1895FE6921D6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F17E-429E-4762-A4C3-AE58CC7B990F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308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38FA-0656-49CF-BF54-1895FE6921D6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F17E-429E-4762-A4C3-AE58CC7B990F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6984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38FA-0656-49CF-BF54-1895FE6921D6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F17E-429E-4762-A4C3-AE58CC7B990F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497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38FA-0656-49CF-BF54-1895FE6921D6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F17E-429E-4762-A4C3-AE58CC7B9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556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38FA-0656-49CF-BF54-1895FE6921D6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F17E-429E-4762-A4C3-AE58CC7B990F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6637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59738FA-0656-49CF-BF54-1895FE6921D6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F17E-429E-4762-A4C3-AE58CC7B990F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332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38FA-0656-49CF-BF54-1895FE6921D6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F17E-429E-4762-A4C3-AE58CC7B990F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106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38FA-0656-49CF-BF54-1895FE6921D6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F17E-429E-4762-A4C3-AE58CC7B990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8215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738FA-0656-49CF-BF54-1895FE6921D6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5C6F17E-429E-4762-A4C3-AE58CC7B990F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617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BD13F-FD82-9F51-876B-7324BA91C0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DIRECTIVES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6173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8C345E1-1C65-630B-8EDB-B70E1A95A930}"/>
              </a:ext>
            </a:extLst>
          </p:cNvPr>
          <p:cNvSpPr txBox="1"/>
          <p:nvPr/>
        </p:nvSpPr>
        <p:spPr>
          <a:xfrm>
            <a:off x="671804" y="933061"/>
            <a:ext cx="978781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Directives in Angular</a:t>
            </a:r>
          </a:p>
          <a:p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Special instructions that transform static HTML into dynamic, interactive web applications by adding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logic, and structure directly within your templates.</a:t>
            </a:r>
          </a:p>
        </p:txBody>
      </p:sp>
    </p:spTree>
    <p:extLst>
      <p:ext uri="{BB962C8B-B14F-4D97-AF65-F5344CB8AC3E}">
        <p14:creationId xmlns:p14="http://schemas.microsoft.com/office/powerpoint/2010/main" val="3583977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E4C756-9C8A-2CF7-9DD6-54AED75370E8}"/>
              </a:ext>
            </a:extLst>
          </p:cNvPr>
          <p:cNvSpPr txBox="1"/>
          <p:nvPr/>
        </p:nvSpPr>
        <p:spPr>
          <a:xfrm>
            <a:off x="671803" y="1306287"/>
            <a:ext cx="10463557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Why Are Directives Important?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Show &amp; Hide Content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Control element visibility based on conditions without writing complex JavaScript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Repeat Elements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Generate lists and repeated content dynamically from your data arrays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Change Styles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Modify appearance and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of elements in response to user interactions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Make HTML Smart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Add logic and interactivity directly in your templates without cluttering your TypeScript</a:t>
            </a:r>
          </a:p>
        </p:txBody>
      </p:sp>
    </p:spTree>
    <p:extLst>
      <p:ext uri="{BB962C8B-B14F-4D97-AF65-F5344CB8AC3E}">
        <p14:creationId xmlns:p14="http://schemas.microsoft.com/office/powerpoint/2010/main" val="2182134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0346D61-B1F9-A25A-6CB5-D7D0EF196089}"/>
              </a:ext>
            </a:extLst>
          </p:cNvPr>
          <p:cNvSpPr/>
          <p:nvPr/>
        </p:nvSpPr>
        <p:spPr>
          <a:xfrm>
            <a:off x="549950" y="6606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 dirty="0">
                <a:solidFill>
                  <a:srgbClr val="282824"/>
                </a:solidFill>
                <a:latin typeface="Arial" panose="020B0604020202020204" pitchFamily="34" charset="0"/>
                <a:ea typeface="Lato Bold" pitchFamily="34" charset="-122"/>
                <a:cs typeface="Arial" panose="020B0604020202020204" pitchFamily="34" charset="0"/>
              </a:rPr>
              <a:t>Types of Directives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6003E0B-5EC4-1E7C-DE89-E27E0C419076}"/>
              </a:ext>
            </a:extLst>
          </p:cNvPr>
          <p:cNvSpPr/>
          <p:nvPr/>
        </p:nvSpPr>
        <p:spPr>
          <a:xfrm>
            <a:off x="793790" y="13694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Arial" panose="020B0604020202020204" pitchFamily="34" charset="0"/>
                <a:ea typeface="Lato Light" pitchFamily="34" charset="-122"/>
                <a:cs typeface="Arial" panose="020B0604020202020204" pitchFamily="34" charset="0"/>
              </a:rPr>
              <a:t>01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A39F983-EBEB-9A14-12E0-42FB941D2B63}"/>
              </a:ext>
            </a:extLst>
          </p:cNvPr>
          <p:cNvSpPr/>
          <p:nvPr/>
        </p:nvSpPr>
        <p:spPr>
          <a:xfrm>
            <a:off x="793790" y="1724501"/>
            <a:ext cx="3664744" cy="3048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BC86C2F-4894-1637-C732-D035ACAECCC0}"/>
              </a:ext>
            </a:extLst>
          </p:cNvPr>
          <p:cNvSpPr/>
          <p:nvPr/>
        </p:nvSpPr>
        <p:spPr>
          <a:xfrm>
            <a:off x="793790" y="189880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4A4A45"/>
                </a:solidFill>
                <a:latin typeface="Arial" panose="020B0604020202020204" pitchFamily="34" charset="0"/>
                <a:ea typeface="Lato Bold" pitchFamily="34" charset="-122"/>
                <a:cs typeface="Arial" panose="020B0604020202020204" pitchFamily="34" charset="0"/>
              </a:rPr>
              <a:t>Components</a:t>
            </a:r>
            <a:endParaRPr lang="en-US" sz="2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43760C3-97C0-0790-BC3D-8172A5F6E4BD}"/>
              </a:ext>
            </a:extLst>
          </p:cNvPr>
          <p:cNvSpPr/>
          <p:nvPr/>
        </p:nvSpPr>
        <p:spPr>
          <a:xfrm>
            <a:off x="793790" y="2460188"/>
            <a:ext cx="36647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Arial" panose="020B0604020202020204" pitchFamily="34" charset="0"/>
                <a:ea typeface="Lato" pitchFamily="34" charset="-122"/>
                <a:cs typeface="Arial" panose="020B0604020202020204" pitchFamily="34" charset="0"/>
              </a:rPr>
              <a:t>Directives with their own templates and logic – the most common type you'll work with daily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050A4F9-90A7-0BC1-FE03-0A6568039F74}"/>
              </a:ext>
            </a:extLst>
          </p:cNvPr>
          <p:cNvSpPr/>
          <p:nvPr/>
        </p:nvSpPr>
        <p:spPr>
          <a:xfrm>
            <a:off x="4685348" y="13694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Arial" panose="020B0604020202020204" pitchFamily="34" charset="0"/>
                <a:ea typeface="Lato Light" pitchFamily="34" charset="-122"/>
                <a:cs typeface="Arial" panose="020B0604020202020204" pitchFamily="34" charset="0"/>
              </a:rPr>
              <a:t>02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72BD6C2-5359-9604-D8AD-F957C934D62B}"/>
              </a:ext>
            </a:extLst>
          </p:cNvPr>
          <p:cNvSpPr/>
          <p:nvPr/>
        </p:nvSpPr>
        <p:spPr>
          <a:xfrm>
            <a:off x="4685348" y="1724501"/>
            <a:ext cx="3664863" cy="3048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442DC50-C703-B80C-7E21-26753FEE7D9C}"/>
              </a:ext>
            </a:extLst>
          </p:cNvPr>
          <p:cNvSpPr/>
          <p:nvPr/>
        </p:nvSpPr>
        <p:spPr>
          <a:xfrm>
            <a:off x="4685348" y="189880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4A4A45"/>
                </a:solidFill>
                <a:latin typeface="Arial" panose="020B0604020202020204" pitchFamily="34" charset="0"/>
                <a:ea typeface="Lato Bold" pitchFamily="34" charset="-122"/>
                <a:cs typeface="Arial" panose="020B0604020202020204" pitchFamily="34" charset="0"/>
              </a:rPr>
              <a:t>Structural Directives</a:t>
            </a:r>
            <a:endParaRPr lang="en-US" sz="2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E37468F-ECA8-9B8D-DE9C-7F12CAAD0B08}"/>
              </a:ext>
            </a:extLst>
          </p:cNvPr>
          <p:cNvSpPr/>
          <p:nvPr/>
        </p:nvSpPr>
        <p:spPr>
          <a:xfrm>
            <a:off x="4685348" y="2460188"/>
            <a:ext cx="36648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Arial" panose="020B0604020202020204" pitchFamily="34" charset="0"/>
                <a:ea typeface="Lato" pitchFamily="34" charset="-122"/>
                <a:cs typeface="Arial" panose="020B0604020202020204" pitchFamily="34" charset="0"/>
              </a:rPr>
              <a:t>Change the DOM structure by adding or removing elements – identified by the asterisk (*) prefix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DE8DF02-7F44-6C4B-201F-543EF930D447}"/>
              </a:ext>
            </a:extLst>
          </p:cNvPr>
          <p:cNvSpPr/>
          <p:nvPr/>
        </p:nvSpPr>
        <p:spPr>
          <a:xfrm>
            <a:off x="793790" y="394573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Arial" panose="020B0604020202020204" pitchFamily="34" charset="0"/>
                <a:ea typeface="Lato Light" pitchFamily="34" charset="-122"/>
                <a:cs typeface="Arial" panose="020B0604020202020204" pitchFamily="34" charset="0"/>
              </a:rPr>
              <a:t>03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D5E00E57-25A4-4E12-24E2-D8C875ACB82C}"/>
              </a:ext>
            </a:extLst>
          </p:cNvPr>
          <p:cNvSpPr/>
          <p:nvPr/>
        </p:nvSpPr>
        <p:spPr>
          <a:xfrm>
            <a:off x="793790" y="4300775"/>
            <a:ext cx="7556421" cy="3048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AE3C1AD-C39B-D6D0-B441-6AFC043BDD59}"/>
              </a:ext>
            </a:extLst>
          </p:cNvPr>
          <p:cNvSpPr/>
          <p:nvPr/>
        </p:nvSpPr>
        <p:spPr>
          <a:xfrm>
            <a:off x="793790" y="447508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4A4A45"/>
                </a:solidFill>
                <a:latin typeface="Arial" panose="020B0604020202020204" pitchFamily="34" charset="0"/>
                <a:ea typeface="Lato Bold" pitchFamily="34" charset="-122"/>
                <a:cs typeface="Arial" panose="020B0604020202020204" pitchFamily="34" charset="0"/>
              </a:rPr>
              <a:t>Attribute Directives</a:t>
            </a:r>
            <a:endParaRPr lang="en-US" sz="2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B7DEC732-D3E3-4425-CE01-D26111C00075}"/>
              </a:ext>
            </a:extLst>
          </p:cNvPr>
          <p:cNvSpPr/>
          <p:nvPr/>
        </p:nvSpPr>
        <p:spPr>
          <a:xfrm>
            <a:off x="793790" y="486989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Arial" panose="020B0604020202020204" pitchFamily="34" charset="0"/>
                <a:ea typeface="Lato" pitchFamily="34" charset="-122"/>
                <a:cs typeface="Arial" panose="020B0604020202020204" pitchFamily="34" charset="0"/>
              </a:rPr>
              <a:t>Modify the appearance or behaviour of existing elements without changing structure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379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E4C756-9C8A-2CF7-9DD6-54AED75370E8}"/>
              </a:ext>
            </a:extLst>
          </p:cNvPr>
          <p:cNvSpPr txBox="1"/>
          <p:nvPr/>
        </p:nvSpPr>
        <p:spPr>
          <a:xfrm>
            <a:off x="509243" y="635727"/>
            <a:ext cx="1097155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82824"/>
                </a:solidFill>
                <a:latin typeface="Arial" panose="020B0604020202020204" pitchFamily="34" charset="0"/>
                <a:ea typeface="Lato Bold" pitchFamily="34" charset="-122"/>
                <a:cs typeface="Arial" panose="020B0604020202020204" pitchFamily="34" charset="0"/>
              </a:rPr>
              <a:t>Components: Directives with Templates</a:t>
            </a:r>
          </a:p>
          <a:p>
            <a:pPr marL="0" indent="0" algn="l">
              <a:buNone/>
            </a:pPr>
            <a:endParaRPr lang="en-US" b="1" dirty="0">
              <a:solidFill>
                <a:srgbClr val="282824"/>
              </a:solidFill>
              <a:latin typeface="Arial" panose="020B0604020202020204" pitchFamily="34" charset="0"/>
              <a:ea typeface="Lato Bold" pitchFamily="34" charset="-122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4A4A45"/>
                </a:solidFill>
                <a:latin typeface="Arial" panose="020B0604020202020204" pitchFamily="34" charset="0"/>
                <a:ea typeface="Lato" pitchFamily="34" charset="-122"/>
                <a:cs typeface="Arial" panose="020B0604020202020204" pitchFamily="34" charset="0"/>
              </a:rPr>
              <a:t>Components are directives that come bundled with their own HTML templates and styling. They form the foundation of Angular applications, creating reusable, self-contained UI elements.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9C455F-ACCE-F22B-E095-736182CBF11B}"/>
              </a:ext>
            </a:extLst>
          </p:cNvPr>
          <p:cNvSpPr/>
          <p:nvPr/>
        </p:nvSpPr>
        <p:spPr>
          <a:xfrm>
            <a:off x="1148080" y="2164080"/>
            <a:ext cx="5344160" cy="29108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9233E0-7099-335F-30A3-EB56D135B6DE}"/>
              </a:ext>
            </a:extLst>
          </p:cNvPr>
          <p:cNvSpPr txBox="1"/>
          <p:nvPr/>
        </p:nvSpPr>
        <p:spPr>
          <a:xfrm>
            <a:off x="1483360" y="2310213"/>
            <a:ext cx="46126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import { Component } from '@angular/core';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@Component({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selector: 'app-hello',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template: `&lt;h2&gt;Hello from component directive!&lt;/h2&gt;`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})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export class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HelloComponent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{ }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4A6F2A-6C25-8FB6-0562-C2F2BA30E345}"/>
              </a:ext>
            </a:extLst>
          </p:cNvPr>
          <p:cNvSpPr/>
          <p:nvPr/>
        </p:nvSpPr>
        <p:spPr>
          <a:xfrm>
            <a:off x="8529216" y="2765466"/>
            <a:ext cx="2758544" cy="13270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461B9C-2A45-13D1-F373-0D4AC39660A3}"/>
              </a:ext>
            </a:extLst>
          </p:cNvPr>
          <p:cNvSpPr txBox="1"/>
          <p:nvPr/>
        </p:nvSpPr>
        <p:spPr>
          <a:xfrm>
            <a:off x="8529216" y="3217147"/>
            <a:ext cx="6101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&lt;app-hello&gt;&lt;/app-hello&gt;</a:t>
            </a:r>
          </a:p>
        </p:txBody>
      </p:sp>
    </p:spTree>
    <p:extLst>
      <p:ext uri="{BB962C8B-B14F-4D97-AF65-F5344CB8AC3E}">
        <p14:creationId xmlns:p14="http://schemas.microsoft.com/office/powerpoint/2010/main" val="4786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112307A-2C2A-83FF-F606-FBDABBA64931}"/>
              </a:ext>
            </a:extLst>
          </p:cNvPr>
          <p:cNvSpPr txBox="1"/>
          <p:nvPr/>
        </p:nvSpPr>
        <p:spPr>
          <a:xfrm>
            <a:off x="591820" y="551647"/>
            <a:ext cx="11153140" cy="1410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2800" b="1" dirty="0">
                <a:solidFill>
                  <a:srgbClr val="282824"/>
                </a:solidFill>
                <a:latin typeface="Arial" panose="020B0604020202020204" pitchFamily="34" charset="0"/>
                <a:ea typeface="Lato Bold" pitchFamily="34" charset="-122"/>
                <a:cs typeface="Arial" panose="020B0604020202020204" pitchFamily="34" charset="0"/>
              </a:rPr>
              <a:t>Structural Directives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Structural directives are Angular directives that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change the structure or layout of the DOM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48694C-CD29-4FB4-9D3A-9C9134539BAA}"/>
              </a:ext>
            </a:extLst>
          </p:cNvPr>
          <p:cNvSpPr/>
          <p:nvPr/>
        </p:nvSpPr>
        <p:spPr>
          <a:xfrm>
            <a:off x="910408" y="3557522"/>
            <a:ext cx="2842260" cy="1788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&lt;p *</a:t>
            </a:r>
            <a:r>
              <a:rPr lang="en-IN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ngIf</a:t>
            </a: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en-IN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isLoggedIn</a:t>
            </a: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"&gt;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Welcome User!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&lt;/p&gt;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25EB32-2DB8-2300-29C4-E21E9A0595D0}"/>
              </a:ext>
            </a:extLst>
          </p:cNvPr>
          <p:cNvSpPr txBox="1"/>
          <p:nvPr/>
        </p:nvSpPr>
        <p:spPr>
          <a:xfrm>
            <a:off x="850900" y="2505670"/>
            <a:ext cx="50419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ngIf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Directive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Used to display an element only when a condition is true.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A98841-0F53-E995-3A8A-9970BF475E13}"/>
              </a:ext>
            </a:extLst>
          </p:cNvPr>
          <p:cNvSpPr/>
          <p:nvPr/>
        </p:nvSpPr>
        <p:spPr>
          <a:xfrm>
            <a:off x="6681757" y="2778706"/>
            <a:ext cx="4833257" cy="2864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C9E79C-9D12-1616-72CD-51677906C112}"/>
              </a:ext>
            </a:extLst>
          </p:cNvPr>
          <p:cNvSpPr txBox="1"/>
          <p:nvPr/>
        </p:nvSpPr>
        <p:spPr>
          <a:xfrm>
            <a:off x="7150100" y="2931146"/>
            <a:ext cx="5041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Expanded ng-template version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E1C9A36-A08F-E802-535F-478300E0D692}"/>
              </a:ext>
            </a:extLst>
          </p:cNvPr>
          <p:cNvSpPr/>
          <p:nvPr/>
        </p:nvSpPr>
        <p:spPr>
          <a:xfrm>
            <a:off x="7143362" y="3557522"/>
            <a:ext cx="3910046" cy="1788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&lt;ng-template [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ngIf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]="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isLoggedIn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"&gt;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&lt;p&gt;Welcome User!&lt;/p&gt;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&lt;/ng-template&gt;</a:t>
            </a:r>
          </a:p>
        </p:txBody>
      </p:sp>
    </p:spTree>
    <p:extLst>
      <p:ext uri="{BB962C8B-B14F-4D97-AF65-F5344CB8AC3E}">
        <p14:creationId xmlns:p14="http://schemas.microsoft.com/office/powerpoint/2010/main" val="3127498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48694C-CD29-4FB4-9D3A-9C9134539BAA}"/>
              </a:ext>
            </a:extLst>
          </p:cNvPr>
          <p:cNvSpPr/>
          <p:nvPr/>
        </p:nvSpPr>
        <p:spPr>
          <a:xfrm>
            <a:off x="7150307" y="2839209"/>
            <a:ext cx="4198620" cy="24282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&lt;div [</a:t>
            </a:r>
            <a:r>
              <a:rPr lang="en-IN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ngSwitch</a:t>
            </a: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]="role"&gt;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&lt;p *</a:t>
            </a:r>
            <a:r>
              <a:rPr lang="en-IN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ngSwitchCase</a:t>
            </a: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="'admin'"&gt;Admin Dashboard&lt;/p&gt;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&lt;p *</a:t>
            </a:r>
            <a:r>
              <a:rPr lang="en-IN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ngSwitchCase</a:t>
            </a: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="'user'"&gt;User Dashboard&lt;/p&gt;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&lt;p *</a:t>
            </a:r>
            <a:r>
              <a:rPr lang="en-IN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ngSwitchDefault</a:t>
            </a: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&gt;Guest Access&lt;/p&gt;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&lt;/div&gt;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25EB32-2DB8-2300-29C4-E21E9A0595D0}"/>
              </a:ext>
            </a:extLst>
          </p:cNvPr>
          <p:cNvSpPr txBox="1"/>
          <p:nvPr/>
        </p:nvSpPr>
        <p:spPr>
          <a:xfrm>
            <a:off x="7032042" y="1219671"/>
            <a:ext cx="46404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ngSwitch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Directive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*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ngSwitch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directive displays one element from several options based on a matching expression.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073F8A-F098-5E08-1003-8FA5FB39A2CE}"/>
              </a:ext>
            </a:extLst>
          </p:cNvPr>
          <p:cNvSpPr txBox="1"/>
          <p:nvPr/>
        </p:nvSpPr>
        <p:spPr>
          <a:xfrm>
            <a:off x="994177" y="1219671"/>
            <a:ext cx="47599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ngFor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Directive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Used to repeat an HTML block for every item in a list.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8EE40F-2179-6ED7-62FE-29CD56423AFA}"/>
              </a:ext>
            </a:extLst>
          </p:cNvPr>
          <p:cNvSpPr/>
          <p:nvPr/>
        </p:nvSpPr>
        <p:spPr>
          <a:xfrm>
            <a:off x="1063975" y="2839209"/>
            <a:ext cx="2842260" cy="1788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&lt;li *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ngFor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="let fruit of fruits"&gt;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{{ fruit }}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&lt;/li&gt;</a:t>
            </a:r>
          </a:p>
        </p:txBody>
      </p:sp>
    </p:spTree>
    <p:extLst>
      <p:ext uri="{BB962C8B-B14F-4D97-AF65-F5344CB8AC3E}">
        <p14:creationId xmlns:p14="http://schemas.microsoft.com/office/powerpoint/2010/main" val="1985776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48694C-CD29-4FB4-9D3A-9C9134539BAA}"/>
              </a:ext>
            </a:extLst>
          </p:cNvPr>
          <p:cNvSpPr/>
          <p:nvPr/>
        </p:nvSpPr>
        <p:spPr>
          <a:xfrm>
            <a:off x="881380" y="3429000"/>
            <a:ext cx="4869180" cy="1788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&lt;p [</a:t>
            </a:r>
            <a:r>
              <a:rPr lang="en-IN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ngStyle</a:t>
            </a: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]="{</a:t>
            </a:r>
            <a:r>
              <a:rPr lang="en-IN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</a:t>
            </a: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'blue', fontSize:'20px'}"&gt;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Dynamic Styling!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&lt;/p&gt;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25EB32-2DB8-2300-29C4-E21E9A0595D0}"/>
              </a:ext>
            </a:extLst>
          </p:cNvPr>
          <p:cNvSpPr txBox="1"/>
          <p:nvPr/>
        </p:nvSpPr>
        <p:spPr>
          <a:xfrm>
            <a:off x="688340" y="2220297"/>
            <a:ext cx="48691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ngStyle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Apply CSS styles dynamically based on data or conditions.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97F56B-DC7D-DDC9-DE0A-8B8BDB6068A4}"/>
              </a:ext>
            </a:extLst>
          </p:cNvPr>
          <p:cNvSpPr/>
          <p:nvPr/>
        </p:nvSpPr>
        <p:spPr>
          <a:xfrm>
            <a:off x="7115270" y="3429000"/>
            <a:ext cx="3745236" cy="1788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&lt;p [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ngClass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]="{'active':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isActive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}"&gt;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This text is active.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&lt;/p&gt;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6299D8-78DB-F838-13FC-1C7BB315F8F8}"/>
              </a:ext>
            </a:extLst>
          </p:cNvPr>
          <p:cNvSpPr txBox="1"/>
          <p:nvPr/>
        </p:nvSpPr>
        <p:spPr>
          <a:xfrm>
            <a:off x="6977380" y="2215554"/>
            <a:ext cx="47599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ngClass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Add or remove CSS classes based on conditions.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72DA64-2131-6ADA-E388-CB171DF4B847}"/>
              </a:ext>
            </a:extLst>
          </p:cNvPr>
          <p:cNvSpPr/>
          <p:nvPr/>
        </p:nvSpPr>
        <p:spPr>
          <a:xfrm>
            <a:off x="688340" y="1224538"/>
            <a:ext cx="9895165" cy="511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latin typeface="Arial" panose="020B0604020202020204" pitchFamily="34" charset="0"/>
                <a:ea typeface="Lato" pitchFamily="34" charset="-122"/>
                <a:cs typeface="Arial" panose="020B0604020202020204" pitchFamily="34" charset="0"/>
              </a:rPr>
              <a:t>Attribute directives modify the appearance or behaviour of elements without changing the DOM structure. They're applied as HTML </a:t>
            </a:r>
            <a:r>
              <a:rPr lang="en-US" sz="2400" dirty="0">
                <a:latin typeface="Arial" panose="020B0604020202020204" pitchFamily="34" charset="0"/>
                <a:ea typeface="Lato" pitchFamily="34" charset="-122"/>
                <a:cs typeface="Arial" panose="020B0604020202020204" pitchFamily="34" charset="0"/>
              </a:rPr>
              <a:t>attributes</a:t>
            </a:r>
            <a:r>
              <a:rPr lang="en-US" sz="2000" dirty="0">
                <a:latin typeface="Arial" panose="020B0604020202020204" pitchFamily="34" charset="0"/>
                <a:ea typeface="Lato" pitchFamily="34" charset="-122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7D4B6332-5359-6FD6-E58D-6EA6D0420D2A}"/>
              </a:ext>
            </a:extLst>
          </p:cNvPr>
          <p:cNvSpPr/>
          <p:nvPr/>
        </p:nvSpPr>
        <p:spPr>
          <a:xfrm>
            <a:off x="688340" y="482819"/>
            <a:ext cx="3996690" cy="499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282824"/>
                </a:solidFill>
                <a:latin typeface="Arial" panose="020B0604020202020204" pitchFamily="34" charset="0"/>
                <a:ea typeface="Lato Bold" pitchFamily="34" charset="-122"/>
                <a:cs typeface="Arial" panose="020B0604020202020204" pitchFamily="34" charset="0"/>
              </a:rPr>
              <a:t>Attribute Directives</a:t>
            </a:r>
            <a:endParaRPr lang="en-US" sz="3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75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48694C-CD29-4FB4-9D3A-9C9134539BAA}"/>
              </a:ext>
            </a:extLst>
          </p:cNvPr>
          <p:cNvSpPr/>
          <p:nvPr/>
        </p:nvSpPr>
        <p:spPr>
          <a:xfrm>
            <a:off x="725170" y="2138680"/>
            <a:ext cx="6935470" cy="15595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&lt;input [(</a:t>
            </a:r>
            <a:r>
              <a:rPr lang="en-US" dirty="0" err="1">
                <a:solidFill>
                  <a:schemeClr val="tx1"/>
                </a:solidFill>
              </a:rPr>
              <a:t>ngModel</a:t>
            </a:r>
            <a:r>
              <a:rPr lang="en-US" dirty="0">
                <a:solidFill>
                  <a:schemeClr val="tx1"/>
                </a:solidFill>
              </a:rPr>
              <a:t>)]="email" name="email" placeholder="Enter Email"&gt;</a:t>
            </a:r>
          </a:p>
          <a:p>
            <a:r>
              <a:rPr lang="en-US" dirty="0">
                <a:solidFill>
                  <a:schemeClr val="tx1"/>
                </a:solidFill>
              </a:rPr>
              <a:t>&lt;p&gt;{{ email }}&lt;/p&gt;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25EB32-2DB8-2300-29C4-E21E9A0595D0}"/>
              </a:ext>
            </a:extLst>
          </p:cNvPr>
          <p:cNvSpPr txBox="1"/>
          <p:nvPr/>
        </p:nvSpPr>
        <p:spPr>
          <a:xfrm>
            <a:off x="532130" y="768310"/>
            <a:ext cx="92214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ngModel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(Two-way data binding directive)</a:t>
            </a:r>
          </a:p>
          <a:p>
            <a:endParaRPr lang="en-US" b="1" dirty="0"/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connects user input and component data together.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Whatever user types will instantly update the component variable — and vice-versa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780745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155</TotalTime>
  <Words>532</Words>
  <Application>Microsoft Office PowerPoint</Application>
  <PresentationFormat>Widescreen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Gill Sans MT</vt:lpstr>
      <vt:lpstr>Gallery</vt:lpstr>
      <vt:lpstr>DIRECTIVES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DIRECTIVES</dc:title>
  <dc:creator>Shashi Preetham Maddha</dc:creator>
  <cp:lastModifiedBy>Shashi Preetham Maddha</cp:lastModifiedBy>
  <cp:revision>3</cp:revision>
  <dcterms:created xsi:type="dcterms:W3CDTF">2025-12-19T06:01:08Z</dcterms:created>
  <dcterms:modified xsi:type="dcterms:W3CDTF">2025-12-19T08:36:59Z</dcterms:modified>
</cp:coreProperties>
</file>